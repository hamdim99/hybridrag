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Léa Moreau</a:t>
            </a:r>
            <a:br/>
            <a:r>
              <a:rPr sz="2400"/>
              <a:t>Chef de projet digital</a:t>
            </a:r>
            <a:br/>
            <a:r>
              <a:rPr sz="2400"/>
              <a:t>7 years of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EXPÉRIENCES</a:t>
            </a:r>
          </a:p>
          <a:p>
            <a:r>
              <a:rPr sz="1500"/>
              <a:t>Chef de projet digital senior - Studio Pixel (agence digitale) : pilotage de refontes de sites et d'applications, cadrage du besoin, rédaction des cahiers des charges, animation d'équipes de 6 à 10 personnes, budgets jusqu'à 400 k€.</a:t>
            </a:r>
          </a:p>
          <a:p>
            <a:r>
              <a:rPr sz="1500"/>
              <a:t>Chef de projet - Retail Plus : déploiement d'un site e-commerce, coordination design et développement, recette, conduite du changement.</a:t>
            </a:r>
          </a:p>
          <a:p>
            <a:r>
              <a:rPr sz="1500"/>
              <a:t>Business analyst - Collectivité Val-Neuf : recueil des besoins, ateliers de cadrage, suivi de la mise en oeuvre.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82880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COMPÉTENCES</a:t>
            </a:r>
          </a:p>
          <a:p>
            <a:r>
              <a:rPr sz="1500"/>
              <a:t>Cadrage de projet</a:t>
            </a:r>
          </a:p>
          <a:p>
            <a:r>
              <a:rPr sz="1500"/>
              <a:t>Agile / Scrum</a:t>
            </a:r>
          </a:p>
          <a:p>
            <a:r>
              <a:rPr sz="1500"/>
              <a:t>Gestion budgétaire</a:t>
            </a:r>
          </a:p>
          <a:p>
            <a:r>
              <a:rPr sz="1500"/>
              <a:t>Jira, Figma</a:t>
            </a:r>
          </a:p>
          <a:p>
            <a:r>
              <a:rPr sz="1500"/>
              <a:t>Français, Anglais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Données synthétiques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